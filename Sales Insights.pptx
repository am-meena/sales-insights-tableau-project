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89" d="100"/>
          <a:sy n="89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50DEEEC3-7C84-4180-88E3-4BC91BBBC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206" y="1585913"/>
            <a:ext cx="10160794" cy="1924050"/>
          </a:xfrm>
        </p:spPr>
        <p:txBody>
          <a:bodyPr/>
          <a:lstStyle/>
          <a:p>
            <a:r>
              <a:rPr lang="en-AU" dirty="0"/>
              <a:t>Tableau Project</a:t>
            </a:r>
            <a:br>
              <a:rPr lang="en-AU" dirty="0"/>
            </a:br>
            <a:r>
              <a:rPr dirty="0"/>
              <a:t>Sales Insights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- Revenue Analysis">
            <a:extLst>
              <a:ext uri="{FF2B5EF4-FFF2-40B4-BE49-F238E27FC236}">
                <a16:creationId xmlns:a16="http://schemas.microsoft.com/office/drawing/2014/main" id="{47FBD3BE-0FB4-4D28-94F5-5C8ED44C8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2263"/>
            <a:ext cx="12192001" cy="51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Tableau Project Sales Insights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Meena Amuru</cp:lastModifiedBy>
  <cp:revision>1</cp:revision>
  <dcterms:created xsi:type="dcterms:W3CDTF">2026-02-22T12:11:20Z</dcterms:created>
  <dcterms:modified xsi:type="dcterms:W3CDTF">2026-02-22T12:14:11Z</dcterms:modified>
</cp:coreProperties>
</file>